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dirty="0"/>
              <a:t>AI Crop Yield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33042"/>
            <a:ext cx="1196502" cy="36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600" dirty="0"/>
              <a:t>ENG346</a:t>
            </a:r>
            <a:endParaRPr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5CFAA3-C22D-7F41-9251-D0D1CBB7CC62}"/>
              </a:ext>
            </a:extLst>
          </p:cNvPr>
          <p:cNvSpPr txBox="1">
            <a:spLocks/>
          </p:cNvSpPr>
          <p:nvPr/>
        </p:nvSpPr>
        <p:spPr>
          <a:xfrm>
            <a:off x="6536987" y="6033042"/>
            <a:ext cx="2149813" cy="366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tr-TR" sz="1700" dirty="0" err="1"/>
              <a:t>Present</a:t>
            </a:r>
            <a:r>
              <a:rPr lang="tr-TR" sz="1600" dirty="0"/>
              <a:t> </a:t>
            </a:r>
            <a:r>
              <a:rPr lang="tr-TR" sz="1600" dirty="0" err="1"/>
              <a:t>by</a:t>
            </a:r>
            <a:r>
              <a:rPr lang="tr-TR" sz="1600" dirty="0"/>
              <a:t> Alp Gövem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17149" cy="1746115"/>
          </a:xfrm>
        </p:spPr>
        <p:txBody>
          <a:bodyPr/>
          <a:lstStyle/>
          <a:p>
            <a:r>
              <a:rPr dirty="0"/>
              <a:t>Kaggle Smart Crop Recommendation Dataset</a:t>
            </a:r>
          </a:p>
          <a:p>
            <a:r>
              <a:rPr dirty="0"/>
              <a:t>Main Features: </a:t>
            </a:r>
            <a:r>
              <a:rPr dirty="0" err="1"/>
              <a:t>N,P,K,pH,Moisture,Temp,Humidity,Rainfall</a:t>
            </a:r>
            <a:r>
              <a:rPr dirty="0"/>
              <a:t> etc.</a:t>
            </a:r>
          </a:p>
        </p:txBody>
      </p:sp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9FCCA57-7D4D-9543-76B9-C6495150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21" y="3428999"/>
            <a:ext cx="6867728" cy="3266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0C1CB1B-BDE9-B7AE-04C9-83C8E598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8" y="337293"/>
            <a:ext cx="8735644" cy="3381847"/>
          </a:xfrm>
          <a:prstGeom prst="rect">
            <a:avLst/>
          </a:prstGeom>
        </p:spPr>
      </p:pic>
      <p:pic>
        <p:nvPicPr>
          <p:cNvPr id="7" name="Resim 6" descr="metin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D2F811E-39D9-FAB5-AB8C-23A94DF12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55983"/>
            <a:ext cx="9144000" cy="34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8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054502" cy="1250004"/>
          </a:xfrm>
        </p:spPr>
        <p:txBody>
          <a:bodyPr/>
          <a:lstStyle/>
          <a:p>
            <a:r>
              <a:rPr dirty="0"/>
              <a:t>Missing values removed</a:t>
            </a:r>
          </a:p>
          <a:p>
            <a:r>
              <a:rPr dirty="0"/>
              <a:t>Duplicates removed</a:t>
            </a:r>
          </a:p>
        </p:txBody>
      </p:sp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E7E0ADA-9A25-ACF6-24B6-506D3D6F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4453"/>
            <a:ext cx="7312754" cy="40735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MinMaxScaler applied to numeric features</a:t>
            </a:r>
          </a:p>
        </p:txBody>
      </p:sp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BF6F1B3-56F4-E3EF-21AC-CF1A01276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149"/>
            <a:ext cx="9144000" cy="4247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33C17B6-6A9A-7C73-50B1-6CFBC53A7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764"/>
            <a:ext cx="9144000" cy="21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79404" cy="783077"/>
          </a:xfrm>
        </p:spPr>
        <p:txBody>
          <a:bodyPr/>
          <a:lstStyle/>
          <a:p>
            <a:r>
              <a:rPr dirty="0"/>
              <a:t>Histogram of Crop Yield distribution</a:t>
            </a:r>
          </a:p>
        </p:txBody>
      </p:sp>
      <p:pic>
        <p:nvPicPr>
          <p:cNvPr id="5" name="Resim 4" descr="diyagram, metin, çizgi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9D5F912-7D6C-EFE9-38DD-C19104BF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32" y="2050099"/>
            <a:ext cx="6410535" cy="4807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Linear Regression for each Crop Type</a:t>
            </a:r>
          </a:p>
        </p:txBody>
      </p:sp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464D00C-3BCC-174D-CF9A-6467FA58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1" y="2047584"/>
            <a:ext cx="6494612" cy="321021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907DAF7-0EFF-3E61-4510-0A5769FA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1" y="5280492"/>
            <a:ext cx="6494612" cy="1302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R2 Score and RMSE</a:t>
            </a:r>
          </a:p>
        </p:txBody>
      </p:sp>
      <p:pic>
        <p:nvPicPr>
          <p:cNvPr id="7" name="Resim 6" descr="metin, yazı tipi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B20E6AC-CC24-BFEB-7932-CC550E08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2444"/>
            <a:ext cx="5030064" cy="27051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conditions</a:t>
            </a:r>
          </a:p>
          <a:p>
            <a:r>
              <a:t>Model predicts yield (ton/hectare)</a:t>
            </a:r>
          </a:p>
        </p:txBody>
      </p:sp>
      <p:pic>
        <p:nvPicPr>
          <p:cNvPr id="5" name="Resim 4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B20767-0B6F-8A6A-3C7C-D3F35E13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19" y="2894894"/>
            <a:ext cx="4980562" cy="38343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&amp; effective ML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88</Words>
  <Application>Microsoft Office PowerPoint</Application>
  <PresentationFormat>Ekran Gösterisi (4:3)</PresentationFormat>
  <Paragraphs>22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Crop Yield Prediction</vt:lpstr>
      <vt:lpstr>Dataset</vt:lpstr>
      <vt:lpstr>PowerPoint Sunusu</vt:lpstr>
      <vt:lpstr>Data Cleaning</vt:lpstr>
      <vt:lpstr>Normalization</vt:lpstr>
      <vt:lpstr>PowerPoint Sunusu</vt:lpstr>
      <vt:lpstr>Visualization</vt:lpstr>
      <vt:lpstr>Model Training</vt:lpstr>
      <vt:lpstr>Evaluation</vt:lpstr>
      <vt:lpstr>Prediction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Alp Govem</cp:lastModifiedBy>
  <cp:revision>2</cp:revision>
  <dcterms:created xsi:type="dcterms:W3CDTF">2013-01-27T09:14:16Z</dcterms:created>
  <dcterms:modified xsi:type="dcterms:W3CDTF">2025-12-24T10:48:25Z</dcterms:modified>
  <cp:category/>
</cp:coreProperties>
</file>